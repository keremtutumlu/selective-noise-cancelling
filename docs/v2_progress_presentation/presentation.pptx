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Selective Noise Cancelling</a:t>
            </a:r>
          </a:p>
          <a:p>
            <a:pPr algn="l">
              <a:spcBef>
                <a:spcPts val="1000"/>
              </a:spcBef>
            </a:pPr>
            <a:r>
              <a:rPr sz="2400">
                <a:solidFill>
                  <a:srgbClr val="FFFFFF"/>
                </a:solidFill>
                <a:latin typeface="Calibri"/>
              </a:rPr>
              <a:t>Query-Conditioned Source Separation ile Seçici Ses Temizleme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Bitirme Projesi — v2.x İterasyon Raporu</a:t>
            </a:r>
          </a:p>
          <a:p>
            <a:pPr>
              <a:spcBef>
                <a:spcPts val="600"/>
              </a:spcBef>
            </a:pPr>
            <a:r>
              <a:rPr sz="1800" i="1">
                <a:solidFill>
                  <a:srgbClr val="7A7A7A"/>
                </a:solidFill>
                <a:latin typeface="Calibri"/>
              </a:rPr>
              <a:t>Mayıs 2026 sonu durumu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Tek Cümlede Hedef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Kullanıcı bir ses ya da video yükler → uygulama içinde </a:t>
            </a:r>
            <a:r>
              <a:rPr sz="2200" b="1" i="0">
                <a:solidFill>
                  <a:srgbClr val="ED7D31"/>
                </a:solidFill>
                <a:latin typeface="Calibri"/>
              </a:rPr>
              <a:t>hangi tür seslerin</a:t>
            </a:r>
            <a:r>
              <a:rPr sz="2200" b="0" i="0">
                <a:solidFill>
                  <a:srgbClr val="333333"/>
                </a:solidFill>
                <a:latin typeface="Calibri"/>
              </a:rPr>
              <a:t> geçtiğini tespit eder → kullanıcı silmek istediklerini işaretler → dosya temizlenmiş halde geri döner.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Mart raporundan farklı olarak artık ürüne dönüşmüş bir Gradio web uygulaması mevcut.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Bu sunum, web uygulamasına geçişten itibaren (v2.0) bugünkü v2.4 planına kadar yapılan tüm adımları, neyi neden yaptığımızı ve metriklerin nasıl evrildiğini anlatıyor.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Genel Mimari — Kuş Bakışı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6858000" cy="512064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Ses / video dosyası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▼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┌─────────────────────┐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webapp.py (Gradio)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└─────────┬───────────┘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┌─────────▼────────┐         Hangi sınıflar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DETECT          │  ───►   geçiyor?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(her sınıf için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 maskeyi skorla)│         (Kullanıcı seçer)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└─────────┬────────┘         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│            ◄────────────┘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┌─────────▼────────┐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REMOVE          │  ───►   Temizlenmiş ses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(seçilen        │         + (varsa) video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 sınıfları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│   maskele)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└──────────────────┘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18872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Tek bir FiLM-koşullu U-Net,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"bana X sınıfını ayır" sorgusunu cevaplayan tek elemanlı bir araç olarak hem detection hem removal'a hizmet ediyor.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Aynı model: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Detection — N kez çağrılır (her sınıf için bir kez).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Removal — yalnızca seçilen sınıflar için çağrılır.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Neden "Query-Conditioned" Yaklaşım?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Klasik alternatif: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Her sınıf için ayrı bir model, veya N çıkışlı sabit-kafa bir model.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Sorun: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ESC-50 + UrbanSound8K + FSD50K = onlarca / yüzlerce sınıf. Sınıf başına model imkânsız; sabit N-çıkışlı model her yeni sınıfta yeniden eğitim gerektirir.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8A4C"/>
                </a:solidFill>
                <a:latin typeface="Calibri"/>
              </a:rPr>
              <a:t>Bizim çözüm: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Tek bir U-Net, ek bir girişten (one-hot class query) hangi sınıfı çıkaracağını öğrenir. FiLM (Feature-wise Linear Modulation) katmanları, sorgu vektörünü her seviyede özellik haritalarına çevirip modülasyon parametreleri (γ, β) üretir.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54880"/>
            <a:ext cx="10972800" cy="155448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log_mag  ───►  Encoder ───►  Bottleneck ───►  Decoder ───►  Mask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▲             ▲                ▲           (256×128)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│             │         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┌────────────┴─────────────┴────────────────┘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│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class_query  ──►  Embed (128-d)  ──►  γ, β  her seviyeye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Spectrogram Sözleşmesi (Sabit Kalan Şey)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Tüm modelin gördüğü/ürettiği her şey aynı boyutlu spektrograma indirgenir. Web app, eğitim ve değerlendirme tek kontratla konuşur.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400800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Anlam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SAMPLE_RATE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16 kHz mono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Tüm sesler bu hıza resample edilir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N_FFT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STFT pencere boyu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HOP_LENGTH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Pencere kayması (75% overlap)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FREQ_BINS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Nyquist bin'i atılır, U-Net girişi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TIME_FRAMES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~1 saniyelik chunk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Çıkış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(256, 128, 1)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[0,1] aralığında soft mask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Bir U-Net çağrısı =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~1 saniyelik ses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 Uzun dosyalar webapp'te overlap-add ile birleştirilir.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Eğitim Pipeline'ı — Sentetik Karışım Üretici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Eğitim için dataset dosyası yok. SeparationMixer her adımda canlı bir örnek üretir: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72800" cy="246888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1. Rastgele 1–4 sınıf seç          →  ESC-50 cat + US8K siren + ...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2. Her birinden 1 sn pencere       →  rastgele amplitüd ile karıştır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3. Bazen background noise ekle      →  white / pink, 15–30 dB SNR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4. Bir query sınıfı seç: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     • %85: mixture'da geçen bir sınıf  (pozitif örnek)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     • %15: mixture'da geçmeyen sınıf    (negatif örnek → target = 0)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5. ((log_mag, query, lin_mag), target_stem_mag)  döndür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8A4C"/>
                </a:solidFill>
                <a:latin typeface="Calibri"/>
              </a:rPr>
              <a:t>Pozitif örnek: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"X sınıfı mixture'da var, onu çıkar" → maske güçlü.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Negatif örnek: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"Y sınıfı yok, çıkarmaya çalışma" → maske sıfır.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Bu basit kurgu, modelin hem çıkarma hem yok-tespiti yeteneklerini aynı kayıp fonksiyonu ile öğrenmesini sağlar.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Loss ve Eğitim Hedefi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Çıktı bir maske olmasına rağmen, eğitim sırasında maske doğrudan mixture'a uygulanır (graph içinde Multiply) ve tahmin edilen stem magnitude üzerinden L1 alınır: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128016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333333"/>
                </a:solidFill>
                <a:latin typeface="Consolas"/>
              </a:rPr>
              <a:t>  mask           = U-Net(log_mag, query)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333333"/>
                </a:solidFill>
                <a:latin typeface="Consolas"/>
              </a:rPr>
              <a:t>  estimated_stem = mask × linear_mag         ← grafiğin içinde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333333"/>
                </a:solidFill>
                <a:latin typeface="Consolas"/>
              </a:rPr>
              <a:t>  loss           = MultiResL1(estimated_stem, true_stem_mag)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Çok-çözünürlüklü L1 (v2.2'de eklendi):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972800" cy="64008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333333"/>
                </a:solidFill>
                <a:latin typeface="Consolas"/>
              </a:rPr>
              <a:t>  L = L1(full) + 0.5 · L1(½-res) + 0.25 · L1(¼-res)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Kaba ölçeklerde önce spektral şekli öğrenir, sonra ince detayı düzeltir → daha temiz maske, daha az "musical noise".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Web Uygulaması — webapp.py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Detection (detect_sounds):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72800" cy="137160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score = energy_ratio × (1 + CoV(mask)²)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      ▲                    ▲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      │                    └─ Maske ne kadar yoğunlaşmış?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      └─ Maske mixture enerjisinin ne kadarını yakalıyor?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Mutlak eşik (0.05)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ve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bağıl eşik (0.65 × kazanan) → "5–15 alakasız sınıf" sorunu kapanır.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Removal (remove_sounds):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51960"/>
            <a:ext cx="10972800" cy="219456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Tüm dosya için TEK STFT → faz globalde tutarlı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Her chunk (75% overlap):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amplitude_ratio = clip(est_mag / mix_mag, 0, 1)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mask           = clip(1 − strength · amplitude_ratio, 0, 1)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  processed      = mix_mag × mask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Çoklu sınıf: combined *= mask_k   → Hanning OLA → ISTFT (orijinal faz)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Değerlendirme — Üç Otomatik 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7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5"/>
                <a:gridCol w="5486400"/>
                <a:gridCol w="2351314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 Ölçer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Sağlıklı Aralık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diagnose_model.py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Model çökmüş mü? FiLM sorguyu kullanıyor mu?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3 / 3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evaluate_conditioned_separator.py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SI-SDRi — separation kalitesi (dB)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≥ +5 dB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evaluate_detection.py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Per-class Precision / Recall / 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mean F1 ≥ 0.5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ED7D31"/>
                </a:solidFill>
                <a:latin typeface="Calibri"/>
              </a:rPr>
              <a:t>Önemli: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Her checkpoint, yan dosyası </a:t>
            </a:r>
            <a:r>
              <a:rPr sz="1700" b="0" i="0">
                <a:solidFill>
                  <a:srgbClr val="333333"/>
                </a:solidFill>
                <a:latin typeface="Consolas"/>
              </a:rPr>
              <a:t>*_classes.json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ile birlikte saklanıyor — query vektörünün boyutu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modelin gördüğü vocab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ile sabitleniyor (FSD50K eklenince fark eden bu).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Bu üç skor, her eğitim sonrası tek bir Colab notebook (colab_evaluate.ipynb) ile dakikalar içinde alınıyor.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9. İterasyon Yolculuğu — Üst Düzey Tablo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38"/>
                <a:gridCol w="4616355"/>
                <a:gridCol w="1091138"/>
                <a:gridCol w="1426873"/>
                <a:gridCol w="923271"/>
                <a:gridCol w="2098343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Versiyon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Ana Müdahale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SI-SDRi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Durum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v2.0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İlk web app + agresif augmentation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Çökmüş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Augmentation geri çekildi, normalize fix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−22.18 dB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Çalışıyor, pulsing var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Full-encoder FiLM + multi-res loss + 75% OLA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56*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−22.79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Pulsing gitti, yumuşak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v2.3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negative_prob 0.30→0.15 + FSD50K yüklendi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−21.49 dB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FSD50K FP felaketi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v2.4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min_clips_per_class=40 ile FSD50K kuyruk budama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Eğitim aşamasında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* v2.2'de FSD50K loader bug'ı vardı → 0 klip yüklendi, vocab 56'da kaldı.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Sonraki slaytlar her satırın hikayesini ayrı ayrı anlatıyor.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10. v2.0 — İlk Web App, Ama Çökmüş Eğitim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Bağlam: Web app ilk kez ayağa kalktı. Eğitim hiperparametreleri ise agresif tutulmuştu: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62179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Sonuç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negative_prob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Örneklerin %45'i "yok-sınıf"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bg_noise_prob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Örneklerin %50'si gürültü içerir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bg_snr_db_range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(5, 20)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Gürültü amplitüdü target'ın %56'sı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Sonuç — üç sorun bir arada: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%45 negatif → L1 "her zaman sıfır çıkar" stratejisini ödüllendirir. Model "güvenli sessiz maske" dengesine çöker.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5 dB SNR → süpervizyon sinyali gürültünün altında, ayırma öğrenilemiyor.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Inference normalizasyon uyumsuzluğu: eğitim peak=1 normalize ediyor, webapp ham ses besliyordu → STFT magnitüdleri 3–10× düşük → model eğitilmemiş bölgede.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Belirtiler: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Detection 0–2 alakasız sınıf veriyor. Removal hiçbir sınıfta duyulabilir etki yapmıyor.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11. v2.1 — Sağlıklı Hiperparametreler + Normalize Düzeltmesi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1485900"/>
                <a:gridCol w="222885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v2.0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negative_prob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bg_noise_prob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bg_snr_db_range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(5, 20)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(15, 30)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Inference normalize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yok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peak-norm önce STFT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0972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8A4C"/>
                </a:solidFill>
                <a:latin typeface="Calibri"/>
              </a:rPr>
              <a:t>Model artık öğreniyor: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Diagnose: 3/3 PASS, HEALTHY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SI-SDRi: −22.18 dB (kötü ama anlamlı başlangıç)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F1: 0.21 (FP : TP ≈ 5.5 : 1)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Removal: duyulabilir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2560320"/>
          </a:xfrm>
          <a:prstGeom prst="roundRect">
            <a:avLst/>
          </a:prstGeom>
          <a:solidFill>
            <a:srgbClr val="FFF6E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D7D31"/>
                </a:solidFill>
                <a:latin typeface="Calibri"/>
              </a:rPr>
              <a:t>Ama iki gerçek dünya problemi var: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① Sınır artifaktı: her ~0.25 sn'de "tık-tık" gibi pulsing.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② Detection çok geniş ağ atıyor — 8–10 alakasız sınıf yüzeye çıkıyor.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333333"/>
                </a:solidFill>
                <a:latin typeface="Calibri"/>
              </a:rPr>
              <a:t>Bunların ikisi de inference tarafında problemler — model değil. v2.2'nin hedefi bu.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12. v2.2 — Mimari + Inference Cilası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Mimari değişiklik (model):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v2.1'de FiLM yalnızca bottleneck'te. v2.2'de her encoder seviyesinde (e1–e4 + bottleneck) → skip-connection'lar sınıf-özel.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Multi-resolution L1 loss: full + ½ + ¼ çözünürlük.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799"/>
                <a:gridCol w="4389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OLA adımı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TIME_FRAMES/2 (%50 overlap)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TIME_FRAMES/4 (%75 overlap)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Detection skoru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energy × (1 + CoV)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energy × (1 + CoV²)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Detection cutoff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0.40 × winner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0.65 × winner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Sonuç — bir kazanım, bir tuzak: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8A4C"/>
                </a:solidFill>
                <a:latin typeface="Calibri"/>
              </a:rPr>
              <a:t>✓ Pulsing artifaktı: tamamen gitti.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(75% overlap çözdü.)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✗ Kaldırma çok yumuşak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— strength=1.0'da bile hedef ses fonda duyuluyor.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✗ FSD50K loader bug'ı: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hiyerarşik etiketler ("Bark,Dog,Animal") reddedildi → 0 klip yüklendi.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13. v2.3 — FSD50K Yüklendi + negative_prob Düşürüldü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İki değişiklik: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FSD50K loader fix: raw_labels[0] (yaprak) canonical sınıf olarak kullanılıyor → vocab 56 → 235.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negative_prob: 0.30 → 0.15.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Beklenti: pozitif sınıf cevabı daha güçlü, "yumuşak kaldırma" düzelir.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30175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v2.3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SI-SDRi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−22.79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−21.49 dB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+1.30 dB (marjinal)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Detection F1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↓↓↓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Total FP / TP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564 / 92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1092 / 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felaket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SI-SDRi marjinal iyileşti, ama detection F1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felaket düştü.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Sebep bir sonraki slaytta tanılanıyor.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14. v2.3'ün Tanısı — FSD50K Aşırı-Hevesli Sınıflar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evaluate_detection.py'a eklediğimiz "top-FP" tablosu sebebi anında ortaya çıkardı: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502919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011"/>
                <a:gridCol w="887505"/>
                <a:gridCol w="236668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Yerel ses?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purr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 (FSD50K-only)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bass_guitar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ringtone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telephone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thunderstorm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evet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boom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animal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bass_drum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50876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Neden ESC-50 sınıfları aynı problemi yapmıyor da bunlar yapıyor?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ESC-50: sınıf başına 40 temiz, izole klip.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FSD50K: AudioSet leaf etiketlerinin uzun kuyruğu — bazı sınıflar yalnızca 2–10 (gürültülü, çok-etiketli) klip.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Az veri + gürültülü etiket → dağınık, ayrımcı olmayan maske → her chunk'ta yüksek energy×(1+CoV²) skoru.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ED7D31"/>
                </a:solidFill>
                <a:latin typeface="Calibri"/>
              </a:rPr>
              <a:t>Kök sebep: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oran (5.6:1) ESC-50 ile birebir aynı. Sorun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sınıf başına veri miktarı/kalitesi.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7A7A7A"/>
                </a:solidFill>
                <a:latin typeface="Calibri"/>
              </a:rPr>
              <a:t>Manuel testle uyumlu: fan sesinde, kafe gürültüsünde, su sesinde "bass_guitar var" diye sürekli işaretliyordu.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15. v2.4 — Tek Değişkenli Düzeltme: Clip-Floor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Tek satırlık değişiklik (kavramsal):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1554480"/>
          </a:xfrm>
          <a:prstGeom prst="roundRect">
            <a:avLst/>
          </a:prstGeom>
          <a:solidFill>
            <a:srgbClr val="F6F6F8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none"/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# load_all_datasets içinde — birleştirme SONRASI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dropped = sorted(c for c, v in merged.items()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                 if len(v) &lt; min_clips_per_class)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for cls in dropped: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    del merged[cls]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Neden 40?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ESC-50'nin sınıf başına klip sayısının aynısı → ESC-50/UrbanSound8K hiç etkilenmiyor; eşik yalnızca FSD50K kuyruğunu kesiyor.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Neden post-merge?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Cross-dataset alias'lar (FSD50K bark → ESC-50 dog) önce havuzlanıyor → FSD50K'nın "iyi" sınıfları korunuyor.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Atıf netliği: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Tek değişken değişti → eğer FP düşerse veya SI-SDRi değişirse, sebebi bilebiliriz. v2.2'de iki şeyi (mimari + FSD50K bug) aynı anda değiştirdiğimiz için neyin ne kadar etki ettiğini ayıramadığımız dersini aldık.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D7D31"/>
                </a:solidFill>
                <a:latin typeface="Calibri"/>
              </a:rPr>
              <a:t>Durum: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Kod branch'te push'lu (commit b6ff06a). Colab eğitimi sırada.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16. Aldığımız Metodolojik Dersler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Ders 1 — Çok-değişkenli değişiklikler, atıf kaybı: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v2.2'de mimari (full-FiLM) + loss (multi-res) + FSD50K loader aynı anda değişti. FSD50K bug yüzünden net etki ölçülemedi.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Ders 2 — "İyi" hiperparametre bile yanlış dozda zarar verir: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negative_prob 0.45 (v2.0) çökerttiği için 0.30'a indi. 0.30 ise "yumuşak kaldırma" yaratıyordu. 0.15 düzeltti. Negatif örnekler ileri-geri salınımına en hassas knob.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Ders 3 — Yeni dataset = yeni risk yüzeyi: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FSD50K eklendiğinde "daha çok veri = daha iyi model" varsayımı uzun kuyruk nedeniyle ters döndü. Vocab şişerken her sınıfın yeterince beslendiğini kontrol etmediğimiz için detection patladı.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Ders 4 — Otomatik testler manuel gözlemi doğrulamalı: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"Bass_guitar her seste çıkıyor" manuel gözlemini evaluate_detection.py'a eklediğimiz top-FP tablosu ile sayısallaştırdık.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17. Bugünkü Açık Sorunlar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1. SI-SDRi hâlâ negatif (≈ −21 dB):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U-Net + mixture-fazını yeniden kullanma (spectrogram-only) yapısal bir tavan koyuyor. Olası çözümler: complex spectrogram (faz tahmini), conv-tasnet tarzı time-domain model, hard-negative mining.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2. Bazı sınıflar diagnose'da zayıf (cat, chirping_birds):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v2.1'den beri −1.0× / −0.6× advantage. ESC-50 cat klipleri çok kısa ve transient — modeli zorluyor.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D7D31"/>
                </a:solidFill>
                <a:latin typeface="Calibri"/>
              </a:rPr>
              <a:t>3. v2.4'ün gerçek dünya kalitesi henüz ölçülmedi: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Sentetik metrikler iyileşse bile, gerçek kafe/sokak kayıtlarında removal kalitatif kalitesi ayrı bir test gerektirir.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18. Sıradaki Adımlar — Kısa Vadeli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v2.4 değerlendirmesi (bu hafta):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Colab T4'te eğitim (~45–90 dk).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colab_evaluate.ipynb ile diagnose + SI-SDRi + F1 + top-FP tablosu.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En az 3 gerçek dünya örneği (kafe, trafik, hayvan sesli) — kalitatif dinleme.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Eğer FP hâlâ sürerse → v2.5 (hard cross-dataset negatifler):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Eğitim örneklerinin bir bölümünde query bir FSD50K sınıfı, mixture yalnızca ESC-50/UrbanSound8K içeriyor (target = 0) — model FSD50K sınıflarının "diğer datasetlere ait" seslerde tetiklenmemesi gerektiğini doğrudan öğrenir.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Eğer SI-SDRi düzelmiyorsa → v3.x yönü: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Complex spectrogram maskeleme (magnitude + phase ayrı maske).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SI-SDR diferansiyel loss waveform üzerinde.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Time-domain mimari (Conv-TasNet) ile karşılaştırma — tez baseline'ı.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19. Nihai Hedef ve Tez Konumlandırması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Ürün hedefi: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Tek tıklama ile çalışan, gerçek dünya ses/video dosyalarında seçici ses temizleme yapabilen bir uygulama. Klasik gürültü bastırıcılar tüm gürültüyü bastırır; bu sistem kullanıcının silmek istediğini sorar.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Tez konumlandırması: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Katkı 1: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Query-conditioning ile scalable mimari — sınıf-başına model çoğaltma probleminin elimine edilmesi.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Katkı 2: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Detection + removal pipeline'ının tek modelle yürütülmesi — energy-ratio × CoV² puanlaması.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Katkı 3 (metodolojik):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Çok-sınıflı, çok-dataset'li audio separation eğitiminin veri-dengeleme hassasiyetinin sistematik analizi (v2.3 → v2.4 deneyi).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ECF1F8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Kapanış: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Sistem bir ürün olarak çalışıyor; metrik tarafında SI-SDRi tavanına kadar henüz yol var, ama her sürüm hem ölçülebilir bir adım atıyor hem de bir sonraki sürüm için kontrollü bir hipotez bırakıyor.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EK 1: Versiyon × Hiperparametre Matrisi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  <a:gridCol w="1737360"/>
                <a:gridCol w="1737360"/>
                <a:gridCol w="1920240"/>
              </a:tblGrid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v2.0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v2.3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v2.4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negative_prob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bg_noise_prob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bg_snr_db_range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(5,20)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(15,30)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(15,30)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(15,30)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(15,30)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FiLM seviyesi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bottleneck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bottleneck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tüm encoder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tüm encoder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tüm encoder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Multi-res L1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Multi-res L1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Multi-res L1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OLA step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T/2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T/4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T/4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T/4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Det. cutoff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0.40·w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0.65·w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0.65·w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0.65·w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Det. skor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e·(1+CoV)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e·(1+CoV²)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e·(1+CoV²)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e·(1+CoV²)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  <a:tr h="482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FSD50K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yok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yok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bug, 0 klip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235 sınıf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≥40 klip eşiği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Inference norm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düzeltildi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EK 2: Repo ve Branch Durumu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Branch: </a:t>
            </a:r>
            <a:r>
              <a:rPr sz="1700" b="0" i="0">
                <a:solidFill>
                  <a:srgbClr val="333333"/>
                </a:solidFill>
                <a:latin typeface="Consolas"/>
              </a:rPr>
              <a:t>feature/separator-quality-overhaul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Son commit: </a:t>
            </a:r>
            <a:r>
              <a:rPr sz="1700" b="0" i="0">
                <a:solidFill>
                  <a:srgbClr val="333333"/>
                </a:solidFill>
                <a:latin typeface="Consolas"/>
              </a:rPr>
              <a:t>56ac331 (FSD50K Drive symlink fix)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Entry points:</a:t>
            </a:r>
          </a:p>
          <a:p>
            <a:pPr algn="l" lvl="1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–  python src/model_training/train_conditioned_separator.py</a:t>
            </a:r>
          </a:p>
          <a:p>
            <a:pPr algn="l" lvl="1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–  python src/model_training/evaluate_conditioned_separator.py</a:t>
            </a:r>
          </a:p>
          <a:p>
            <a:pPr algn="l" lvl="1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–  python src/model_training/evaluate_detection.py</a:t>
            </a:r>
          </a:p>
          <a:p>
            <a:pPr algn="l" lvl="1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–  python src/model_training/diagnose_model.py</a:t>
            </a:r>
          </a:p>
          <a:p>
            <a:pPr algn="l" lvl="1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–  python src/application/webapp.py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Dokümantasyon: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docs/model_training_log.md — her sürüm için tam hiperparametre + sonuç tablosu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docs/may_progress_report/ — Mayıs raporu (web app öncesi/sonrası)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notebooks/colab_train_conditioned_separator.ipynb — eğitim notebook'u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 notebooks/colab_evaluate.ipynb — değerlendirme notebook'u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>
                <a:solidFill>
                  <a:srgbClr val="333333"/>
                </a:solidFill>
                <a:latin typeface="Calibri"/>
              </a:rPr>
              <a:t>Sorular?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1000">
                <a:solidFill>
                  <a:srgbClr val="7A7A7A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